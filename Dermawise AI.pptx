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08C4D-EF69-40C5-B0FD-E99C8FFA686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323D9-B903-4B62-A5CA-F356DC059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770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323D9-B903-4B62-A5CA-F356DC05926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85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E6DD-2D97-1AF9-701D-8C8FDEC68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059F9-F71D-FEEB-B8BE-DB73543E1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D3475-1872-F587-F649-FDD81FB4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1C814-A1AC-3DC3-7F8E-C229032F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563BD-A7F2-BD41-F36D-4E8BEFEC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55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1533-128C-24E3-F9DA-A2788F1F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AAFDA-C5B3-882C-B5A7-6E432193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C407A-47B9-3851-FB1C-B9371EEA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C9EB9-13CF-BECA-E164-5D0AA3CC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F833-072A-5518-D632-C8CCED8A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3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8C6A-111F-A64A-FAA3-519A5D60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2D6F3-7110-CBE7-C449-11FBE68B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D4939-54C2-4DD8-710D-2ECFA626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647BD-004C-94C5-D65D-403549B1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D7165-915B-9828-BA0C-CFE562B9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03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FB4B-5BED-B645-56FD-E2A5DD0F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3E23D-0CFC-BE01-40BF-A06B21443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4F1ED-0253-F022-4C34-7E62FD6C7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C2447-8DF7-B3C1-6113-600527B09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D1667-FB4B-78EE-63FD-02D0F264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4A879-359C-E2E5-1DDE-1E57DCB4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9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60DB-F579-3F4A-FEA3-C8D4349B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C3BB0-08BF-4612-17B9-A3542660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5BD78-1D0E-8FFE-0927-E006110D6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C326E-A503-BEB7-11B5-D2F7C71D3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D314A-205E-0BA4-1E43-668BA1064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85FC2-DF60-0497-0FA9-D8D1DF90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70AD2-5180-34A4-29E7-AD1D5CBE3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5DE8C-6060-A7C3-8AEC-FE5FEE9D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0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4F8C-5737-5835-CFDD-AA6D3B89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9017B-F6F1-6B2B-B6C2-93D8E309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6447E-8B85-886D-A64B-920AB085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166B8-683F-43D7-6B0C-6903036D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49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807C9-555C-BF1F-1B43-B3D1B79B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405F9-03D3-70B0-2CEA-BB8FC7E3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C570B-1BB5-AC88-19AA-D8F9E201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03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9D25-EB81-4CC2-CA55-5C3D9F87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922D5-11D0-FA25-D71F-BF27A9384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73846-2D01-7024-9375-7E2A0A353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B5886-0E36-A9FB-C279-65ED34CE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8D809-0D62-75AF-02C5-2DD3F317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FADD1-1FB1-00CE-ACD1-DDCD40E3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1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BE56-DCC0-2614-50EF-1B373FC9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EADB6-218F-18D0-4B4A-BB382C64C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DA937-6CB9-B563-B4B3-2A6BD5D46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60E18-F7D4-F312-AD55-FC076BEE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74F1F-DD7B-A1F2-D566-6C66D379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22394-4265-56DC-1B03-B55262A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08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73C6-E808-6971-3C1F-09E68F96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AC319-E20E-15E6-2D03-45F347F3E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279D0-3A0B-7162-A65B-96BE627C7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1CC38-9740-F53D-AED9-641BBF3F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40F7-C037-36F6-EF21-A99AD593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29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863ED-B039-6EEE-B976-E9437152D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E7389-0005-D864-ED76-2C35D6E15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E9C9A-A19A-214B-1659-DB67B3C3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3518-AB6D-10EF-5D4E-B0020A1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B5DC-C6E8-B63A-D918-62882B77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92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A96A9-0BC1-DF18-ACC6-C70ACEFF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4C97C-7E18-611A-65AD-33B32963A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45A8B-12B5-3867-85F7-AA842AE73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7F397-F9E7-48F3-BCF6-05FA79BE7823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FC824-D157-33EA-282F-50E1F98BE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A2E1D-882D-94D2-E413-62FA80CB6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77920-6FFC-4D42-AE00-4AA32E618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32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047634" TargetMode="External"/><Relationship Id="rId7" Type="http://schemas.openxmlformats.org/officeDocument/2006/relationships/hyperlink" Target="https://www.researchgate.net/publication/341371302_Machine_Learning_Algorithms_based_Skin_Disease_Detection" TargetMode="External"/><Relationship Id="rId2" Type="http://schemas.openxmlformats.org/officeDocument/2006/relationships/hyperlink" Target="https://ijarsct.co.in/Paper2211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772442522000624" TargetMode="External"/><Relationship Id="rId5" Type="http://schemas.openxmlformats.org/officeDocument/2006/relationships/hyperlink" Target="https://ieeexplore.ieee.org/document/9707838" TargetMode="External"/><Relationship Id="rId4" Type="http://schemas.openxmlformats.org/officeDocument/2006/relationships/hyperlink" Target="https://ieeexplore.ieee.org/document/100516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 logo">
            <a:extLst>
              <a:ext uri="{FF2B5EF4-FFF2-40B4-BE49-F238E27FC236}">
                <a16:creationId xmlns:a16="http://schemas.microsoft.com/office/drawing/2014/main" id="{8598E5E8-8335-5ADD-AC1A-3AEC85F544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60" y="285169"/>
            <a:ext cx="1448281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7C8272-D3C9-8ED9-59F9-4B48E168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752" y="285168"/>
            <a:ext cx="1638888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7697A9-68CC-4A52-AE1E-4699CDA55A09}"/>
              </a:ext>
            </a:extLst>
          </p:cNvPr>
          <p:cNvSpPr txBox="1"/>
          <p:nvPr/>
        </p:nvSpPr>
        <p:spPr>
          <a:xfrm>
            <a:off x="1746156" y="357970"/>
            <a:ext cx="86685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Y. Patil College of Engineering and Innovation, Pune</a:t>
            </a:r>
            <a:b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44414-5845-7260-2662-99C6E3386734}"/>
              </a:ext>
            </a:extLst>
          </p:cNvPr>
          <p:cNvSpPr txBox="1"/>
          <p:nvPr/>
        </p:nvSpPr>
        <p:spPr>
          <a:xfrm>
            <a:off x="1194457" y="2492896"/>
            <a:ext cx="100397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Analysis and Prediction Using Machine Learning</a:t>
            </a:r>
          </a:p>
          <a:p>
            <a:pPr algn="ctr"/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</a:t>
            </a:r>
          </a:p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algn="ctr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Jagruti R Panchal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2E7E0-C43D-BB18-CB3B-968F5638AFB7}"/>
              </a:ext>
            </a:extLst>
          </p:cNvPr>
          <p:cNvSpPr txBox="1"/>
          <p:nvPr/>
        </p:nvSpPr>
        <p:spPr>
          <a:xfrm>
            <a:off x="3025451" y="1767006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4A5E7-40CA-D345-00E6-A11D99371DBB}"/>
              </a:ext>
            </a:extLst>
          </p:cNvPr>
          <p:cNvSpPr txBox="1"/>
          <p:nvPr/>
        </p:nvSpPr>
        <p:spPr>
          <a:xfrm>
            <a:off x="3244721" y="4736661"/>
            <a:ext cx="6097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Shrutika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Jagtap (14202)</a:t>
            </a:r>
          </a:p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Mayuresh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Karnavat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(14211)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Rupali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Khairnar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(14217)</a:t>
            </a:r>
          </a:p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Rushikesh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(14222)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1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3D1F3A1-3C4A-9AEE-C368-03A75FF1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CAEEE28-3286-0254-69CC-CCAF849E8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2902" cy="435133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can significantly impact a person's health and quality of life if not detected and treated in time. With the increasing number of skin-related conditions and the shortage of dermatologists in many regions, especially rural areas, there is a growing need for technological support in early diagnosis.</a:t>
            </a:r>
          </a:p>
          <a:p>
            <a:pPr algn="just">
              <a:lnSpc>
                <a:spcPct val="11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assist healthcare professionals and provide an initial screening tool that is fast, reliable, and easy to use.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B6CC5782-6191-B236-BB99-2402E04C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861" y="0"/>
            <a:ext cx="4366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4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9097-C17D-6C35-2174-F8924099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8595-5E3E-7549-036F-47B7D235E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or inaccurate detection of skin conditions can lead to severe health complications.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and underdeveloped regions often lack access to qualified dermatologists.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are time-consuming and not always efficient.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robust, automated solution is essential to bridge the gap between patients and dermatological care.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639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AB71-9CE2-9E5E-C018-A4367577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33F2-EC9E-BCDE-F691-CAF821BB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Early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 in early diagnosis of skin diseases to improve treatment outcomes.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Model Reliability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robust and generalizable model using cross-validation and hyperparameter tuning.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Prediction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backend of the web app to deliver instant disease predictions from uploaded images.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Doctor-Friendly 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summary report that includes prediction confidence, class label</a:t>
            </a:r>
          </a:p>
        </p:txBody>
      </p:sp>
    </p:spTree>
    <p:extLst>
      <p:ext uri="{BB962C8B-B14F-4D97-AF65-F5344CB8AC3E}">
        <p14:creationId xmlns:p14="http://schemas.microsoft.com/office/powerpoint/2010/main" val="314126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197A-BDAD-7DCD-C4A0-2AD9A59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8256-F4A5-8B11-6102-6CA21CE7A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56" y="1620351"/>
            <a:ext cx="10515600" cy="4351338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image input to prediction output, including preprocessing, model inference, and UI integration.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Techniques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steps like resizing, augmentation, and color normalization to improve input quality.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Scope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 deployment using Flask/Django or cloud deployment via platforms like AWS.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Handling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scripts to manage large datasets, create train/test splits, and handle class imbalance if present.</a:t>
            </a:r>
          </a:p>
        </p:txBody>
      </p:sp>
    </p:spTree>
    <p:extLst>
      <p:ext uri="{BB962C8B-B14F-4D97-AF65-F5344CB8AC3E}">
        <p14:creationId xmlns:p14="http://schemas.microsoft.com/office/powerpoint/2010/main" val="89947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A4C8-AE99-40A7-F91E-3CBE7BEE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6923E2-899C-A017-8487-8F3AF522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36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HAM10000 (sourced from Kaggle)</a:t>
            </a:r>
          </a:p>
          <a:p>
            <a:pPr algn="just">
              <a:lnSpc>
                <a:spcPct val="120000"/>
              </a:lnSpc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lang="en-IN" sz="36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resizing, normalization, label encoding, train-test split.</a:t>
            </a:r>
          </a:p>
          <a:p>
            <a:pPr algn="just">
              <a:lnSpc>
                <a:spcPct val="120000"/>
              </a:lnSpc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Implemented:</a:t>
            </a:r>
            <a:endParaRPr lang="en-IN" sz="36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20000"/>
              </a:lnSpc>
            </a:pPr>
            <a:r>
              <a:rPr lang="en-IN" sz="3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</a:t>
            </a:r>
          </a:p>
          <a:p>
            <a:pPr algn="just">
              <a:lnSpc>
                <a:spcPct val="120000"/>
              </a:lnSpc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Stack:</a:t>
            </a:r>
            <a:endParaRPr lang="en-IN" sz="36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20000"/>
              </a:lnSpc>
            </a:pPr>
            <a:r>
              <a:rPr lang="en-IN" sz="3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3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Django (Python)</a:t>
            </a:r>
          </a:p>
          <a:p>
            <a:pPr marL="742950" lvl="1" indent="-285750" algn="just">
              <a:lnSpc>
                <a:spcPct val="120000"/>
              </a:lnSpc>
            </a:pPr>
            <a:r>
              <a:rPr lang="en-IN" sz="3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HTML, CSS, Bootstrap</a:t>
            </a:r>
          </a:p>
          <a:p>
            <a:pPr marL="742950" lvl="1" indent="-285750" algn="just">
              <a:lnSpc>
                <a:spcPct val="120000"/>
              </a:lnSpc>
            </a:pPr>
            <a:r>
              <a:rPr lang="en-IN" sz="35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35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SQLite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44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BA46-B3EF-0B90-CF08-8122219CE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F7E54-36E4-1FEC-62B1-19BDD36AE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88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5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3E28-7253-FB9B-15B9-458EE32F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053F9-08FE-28E9-949C-F2C5178CD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t="6036" r="14455" b="13302"/>
          <a:stretch/>
        </p:blipFill>
        <p:spPr>
          <a:xfrm>
            <a:off x="718457" y="1464906"/>
            <a:ext cx="6727371" cy="4394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30658-FE77-5B29-37C8-F364330C6133}"/>
              </a:ext>
            </a:extLst>
          </p:cNvPr>
          <p:cNvSpPr txBox="1"/>
          <p:nvPr/>
        </p:nvSpPr>
        <p:spPr>
          <a:xfrm>
            <a:off x="7903030" y="2090057"/>
            <a:ext cx="40090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226 melanoma images: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87 were correctly predicted.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29 wrongly predicted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110 wrongly predicted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15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C7B9-7866-75EA-4D59-B68C1589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9E45-2C99-3AC9-C687-2DFE36B4C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an overall prediction accuracy of 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72.19%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using CNN.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models outperformed traditional ML classifiers in both accuracy and generalization.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7387B-24EE-F984-3FBA-65CB82F89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66" y="3502479"/>
            <a:ext cx="5031066" cy="3144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E2601F-A066-E202-A3A6-0C0C1DA38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901" y="3502479"/>
            <a:ext cx="5031066" cy="31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0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F0F0-ED0D-34D4-58D6-8223BFAB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639D-96CF-EFA7-40F0-1CDB4A00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validates the applicability of machine learning for dermatological diagnosis.</a:t>
            </a:r>
          </a:p>
          <a:p>
            <a:pPr algn="just">
              <a:lnSpc>
                <a:spcPct val="11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CNN model provides reliable predictions on commonly found skin lesions.</a:t>
            </a:r>
          </a:p>
          <a:p>
            <a:pPr algn="just">
              <a:lnSpc>
                <a:spcPct val="11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graphical user interface (GUI) enhances usability for both patients and healthcare professionals.</a:t>
            </a:r>
          </a:p>
          <a:p>
            <a:pPr algn="just">
              <a:lnSpc>
                <a:spcPct val="11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dermatologists in decision-making and contributes to early-stage intervention.</a:t>
            </a:r>
          </a:p>
          <a:p>
            <a:pPr algn="just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3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FB8F-97BA-AF05-4737-9C3D5767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DA89-5358-A576-9390-CB71334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Adding a dermatologist's business page.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hospital locations.</a:t>
            </a:r>
            <a:endParaRPr lang="en-US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deep learning architectures like 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for better class balance and improved generalization.</a:t>
            </a:r>
          </a:p>
          <a:p>
            <a:pPr algn="just">
              <a:lnSpc>
                <a:spcPct val="10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image analysis through webcam or mobile input.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51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0CCF-8370-6B2B-6CBD-575C6325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BF075-3834-D87D-737F-BF27D26A6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https://ijarsct.co.in/Paper22113.pdf</a:t>
            </a:r>
            <a:endParaRPr lang="en-IN" dirty="0">
              <a:solidFill>
                <a:schemeClr val="accent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https://ieeexplore.ieee.org/document/10047634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https://ieeexplore.ieee.org/document/10051620</a:t>
            </a:r>
            <a:endParaRPr lang="en-IN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https://ieeexplore.ieee.org/document/9707838</a:t>
            </a:r>
            <a:endParaRPr lang="en-IN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https://www.sciencedirect.com/science/article/pii/S2772442522000624</a:t>
            </a:r>
            <a:endParaRPr lang="en-IN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https://www.researchgate.net/publication/341371302_Machine_Learning_Algorithms_based_Skin_Disease_Detection</a:t>
            </a:r>
            <a:endParaRPr lang="en-IN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368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631</Words>
  <Application>Microsoft Office PowerPoint</Application>
  <PresentationFormat>Widescreen</PresentationFormat>
  <Paragraphs>81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Project Objectives &amp; Goals</vt:lpstr>
      <vt:lpstr>Project Scope</vt:lpstr>
      <vt:lpstr>Methodology / Approach</vt:lpstr>
      <vt:lpstr>Workflow</vt:lpstr>
      <vt:lpstr>Confusion Matrix</vt:lpstr>
      <vt:lpstr>Results / Findings</vt:lpstr>
      <vt:lpstr>Conclusions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jagtap</dc:creator>
  <cp:lastModifiedBy>Utkarsh jagtap</cp:lastModifiedBy>
  <cp:revision>6</cp:revision>
  <dcterms:created xsi:type="dcterms:W3CDTF">2025-04-07T12:07:19Z</dcterms:created>
  <dcterms:modified xsi:type="dcterms:W3CDTF">2025-04-16T16:16:25Z</dcterms:modified>
</cp:coreProperties>
</file>